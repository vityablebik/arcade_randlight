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663FE-6653-785B-7594-B224456BE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B0116E-5DD5-5430-B5CF-14E660169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69FB31-5C89-7AD8-C8C2-C7922F47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B1961C-9EBE-FCE1-8E6B-B17BE137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92E49-BB0C-3709-A0CF-97CE935E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2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EFD56-029F-817B-01EA-628A9249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B1A2F-390E-AD8B-AFAF-5CA9B1C23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8748E2-FED8-7E20-5FA6-E7AD016C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903AD-2700-2F18-E9ED-25528893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7FD448-6D5C-86E0-B387-5B186B1C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99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BBDA-E43E-C272-15AA-A1688B1C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95FFFA-A0D7-12B5-473F-5EE8A0B89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DE5210-0084-8E3E-53E7-61FD783A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A8F168-F02A-DDB1-4895-CF50C397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271380-9B76-B8EA-F778-429A8171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25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011E2-2426-AB7B-765F-2144C975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17AC2-8F40-B3BD-210C-20F6DFE04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C08D74-E901-4745-D008-D7CCA2261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997B25-021A-6DC2-7D27-EFC5F866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7D68D6-19C7-D848-33BA-4504E3AE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542138-C2A7-FC06-1F95-1F233775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08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97907-5C4A-C005-7BF9-45D534D0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BDC70D-EE1A-5673-A424-BED80D359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A34611-EB81-D104-434A-1606A9946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D0BDA7-7E4A-5915-4251-249802C47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7118EB-A2E1-9A9B-16D4-60A5BE011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5B9A0-F09E-C2B8-B495-32C54D34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FE49C77-990E-DE61-87BE-F34DFC5C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A34ED1-9206-CB5D-5CA7-52894FC3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4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EA3B4-6F13-185A-8477-B02F6473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50986FA-2A64-AB2B-33CF-5604525B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E736EA-E39C-4D94-1798-26D58B161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F0539A-9798-1CE0-9FF1-398AE649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42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44C9A5-18C8-CF9E-4877-E3D91AB4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6C858B-9646-34CB-106F-11DD1151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91F3B9-3186-D203-3F0F-EDE742C8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58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7EFD8-9D47-EF6F-D079-53D7815F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E403C-79A7-0AA4-B370-6B6E74F0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584B17-002F-1461-D2FF-91A4312F1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BB3E73-6234-21F4-EE6E-6901C766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9EB72-706F-F4D5-F63F-C72B418E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743B64-2832-8B0C-9867-ED631904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14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B1508-C88F-A15C-08A0-D202FCFF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6C5987-8527-7C8F-F436-0B686566C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7BC34-8A1F-E49E-218D-6F78D7F3D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7E36A9-2631-343B-DB74-AA38AD75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3320DD-C01A-A501-6EB7-F1CDC878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8DD5E6-F272-4E3C-989B-302AEF1E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61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E8B41-1FCF-AA4E-5C94-B17CEBA7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B1060D-370A-2AC6-B29B-607118F17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AF5F8C-939C-7755-196F-D6FAFFD4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39CB15-C6C7-5BC3-5BB3-376161DA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AAD12E-12AA-7896-9864-E56B5A93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8BAC29-03FA-943A-9DF1-EE0F280DA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92CD51-8C58-24BA-F490-2B525AFF4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245A76-3987-F7E9-BFAD-67810625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FB29-EFA2-A7A4-8A9B-0E599C29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36744A-30F4-C2F8-AFC3-51AFD1C8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2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652DA-BE9F-284F-F4F4-2711C407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21F6EE-4277-FBA6-3997-10126756B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45EAA8-1B8C-B7C7-2735-921B399E3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1B637-08CD-4F94-8248-F759C5B1B6C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527D95-1CB3-3E97-BF2B-635F0FB0E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470885-922D-E0F4-403C-D6D79E280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35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F32CC-1476-5BF2-8A39-BAA817CFE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4674"/>
            <a:ext cx="9144000" cy="2387600"/>
          </a:xfrm>
        </p:spPr>
        <p:txBody>
          <a:bodyPr/>
          <a:lstStyle/>
          <a:p>
            <a:r>
              <a:rPr lang="en-US" dirty="0" err="1">
                <a:latin typeface="+mn-lt"/>
              </a:rPr>
              <a:t>Randlight</a:t>
            </a:r>
            <a:r>
              <a:rPr lang="en-US" dirty="0" err="1"/>
              <a:t>_</a:t>
            </a:r>
            <a:r>
              <a:rPr lang="en-US" dirty="0" err="1">
                <a:latin typeface="+mn-lt"/>
              </a:rPr>
              <a:t>accidents</a:t>
            </a:r>
            <a:endParaRPr lang="ru-RU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F37A52-77B0-37DC-6373-051ACD40D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933" y="5856023"/>
            <a:ext cx="7699022" cy="465755"/>
          </a:xfrm>
        </p:spPr>
        <p:txBody>
          <a:bodyPr>
            <a:normAutofit/>
          </a:bodyPr>
          <a:lstStyle/>
          <a:p>
            <a:r>
              <a:rPr lang="ru-RU" sz="1600" dirty="0"/>
              <a:t>Шитик Виктор, </a:t>
            </a:r>
            <a:r>
              <a:rPr lang="ru-RU" sz="1600" dirty="0" err="1"/>
              <a:t>Тюкаева</a:t>
            </a:r>
            <a:r>
              <a:rPr lang="ru-RU" sz="1600" dirty="0"/>
              <a:t> Анастасия, Ефимова Виктория</a:t>
            </a:r>
          </a:p>
        </p:txBody>
      </p:sp>
    </p:spTree>
    <p:extLst>
      <p:ext uri="{BB962C8B-B14F-4D97-AF65-F5344CB8AC3E}">
        <p14:creationId xmlns:p14="http://schemas.microsoft.com/office/powerpoint/2010/main" val="191349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DD7347-EC3B-C81E-D62E-B61B01992968}"/>
              </a:ext>
            </a:extLst>
          </p:cNvPr>
          <p:cNvSpPr txBox="1"/>
          <p:nvPr/>
        </p:nvSpPr>
        <p:spPr>
          <a:xfrm>
            <a:off x="688622" y="417689"/>
            <a:ext cx="1122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Идея проекта – Игра, основанная на случайных событиях и постепенному усложнению во время игры. Основная механика это переключение светофоров на перекрестке.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478AE4-0AF1-0B05-C8A4-816EB2C7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089" y="2254777"/>
            <a:ext cx="5870222" cy="3302001"/>
          </a:xfrm>
          <a:prstGeom prst="rect">
            <a:avLst/>
          </a:prstGeom>
        </p:spPr>
      </p:pic>
      <p:pic>
        <p:nvPicPr>
          <p:cNvPr id="6" name="Рисунок 5" descr="Бронтозавр">
            <a:extLst>
              <a:ext uri="{FF2B5EF4-FFF2-40B4-BE49-F238E27FC236}">
                <a16:creationId xmlns:a16="http://schemas.microsoft.com/office/drawing/2014/main" id="{1AC3DF2C-76EE-911A-5D04-182D2CE5B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0811" y="134144"/>
            <a:ext cx="725133" cy="725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15B2CF-F8CF-FA3D-0009-2E7D0C81AF8E}"/>
              </a:ext>
            </a:extLst>
          </p:cNvPr>
          <p:cNvSpPr txBox="1"/>
          <p:nvPr/>
        </p:nvSpPr>
        <p:spPr>
          <a:xfrm>
            <a:off x="688622" y="1906953"/>
            <a:ext cx="45155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Игрок должен уворачиваться от проезжающих машин, чтобы не попасть под колеса. Главная цель игры это продержаться как можно дольше и поставить новый рекорд.</a:t>
            </a:r>
          </a:p>
        </p:txBody>
      </p:sp>
    </p:spTree>
    <p:extLst>
      <p:ext uri="{BB962C8B-B14F-4D97-AF65-F5344CB8AC3E}">
        <p14:creationId xmlns:p14="http://schemas.microsoft.com/office/powerpoint/2010/main" val="303647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9C0F-1DDD-A4F8-4757-D7B0E619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ED8AFF-317B-E47F-84E1-1B361F21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39" y="2935110"/>
            <a:ext cx="3629131" cy="30423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24767F-6048-8464-F5DB-6B6E18E75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89" y="505763"/>
            <a:ext cx="3324689" cy="1714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10ED81-7E5E-C642-F5CF-D59F96EA25D8}"/>
              </a:ext>
            </a:extLst>
          </p:cNvPr>
          <p:cNvSpPr txBox="1"/>
          <p:nvPr/>
        </p:nvSpPr>
        <p:spPr>
          <a:xfrm>
            <a:off x="4143022" y="649777"/>
            <a:ext cx="7687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Примененные технологии</a:t>
            </a:r>
            <a:r>
              <a:rPr lang="en-US" dirty="0"/>
              <a:t>: arcade, random, time, </a:t>
            </a:r>
            <a:r>
              <a:rPr lang="en-US" dirty="0" err="1"/>
              <a:t>json</a:t>
            </a:r>
            <a:r>
              <a:rPr lang="en-US" dirty="0"/>
              <a:t>, </a:t>
            </a:r>
            <a:r>
              <a:rPr lang="en-US" dirty="0" err="1"/>
              <a:t>sqlite</a:t>
            </a:r>
            <a:r>
              <a:rPr lang="en-US" dirty="0"/>
              <a:t>, </a:t>
            </a:r>
            <a:r>
              <a:rPr lang="en-US" dirty="0" err="1"/>
              <a:t>pyglet.graphics</a:t>
            </a:r>
            <a:endParaRPr lang="en-US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7A0CA-1961-57A8-CEBF-D28655884CC1}"/>
              </a:ext>
            </a:extLst>
          </p:cNvPr>
          <p:cNvSpPr txBox="1"/>
          <p:nvPr/>
        </p:nvSpPr>
        <p:spPr>
          <a:xfrm>
            <a:off x="561830" y="2935110"/>
            <a:ext cx="4030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Структура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mainwindow</a:t>
            </a:r>
            <a:r>
              <a:rPr lang="en-US" sz="2400" dirty="0"/>
              <a:t> &gt; </a:t>
            </a:r>
            <a:r>
              <a:rPr lang="en-US" sz="2400" dirty="0" err="1"/>
              <a:t>menuwindow</a:t>
            </a:r>
            <a:r>
              <a:rPr lang="en-US" sz="2400" dirty="0"/>
              <a:t> &gt; </a:t>
            </a:r>
            <a:r>
              <a:rPr lang="en-US" sz="2400" dirty="0" err="1"/>
              <a:t>select_level</a:t>
            </a:r>
            <a:r>
              <a:rPr lang="en-US" sz="2400" dirty="0"/>
              <a:t> &gt; </a:t>
            </a:r>
            <a:r>
              <a:rPr lang="en-US" sz="2400" dirty="0" err="1"/>
              <a:t>gamewindow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E1848F-0026-C141-396E-B16028982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933" y="1842442"/>
            <a:ext cx="2440692" cy="256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1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01F9-A8BC-1AB8-F410-D412677D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7BBA3-CBE1-3E0A-8705-B3264EA55556}"/>
              </a:ext>
            </a:extLst>
          </p:cNvPr>
          <p:cNvSpPr txBox="1"/>
          <p:nvPr/>
        </p:nvSpPr>
        <p:spPr>
          <a:xfrm>
            <a:off x="4820356" y="191910"/>
            <a:ext cx="2889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40933-A053-0371-859B-EC77D23ABB42}"/>
              </a:ext>
            </a:extLst>
          </p:cNvPr>
          <p:cNvSpPr txBox="1"/>
          <p:nvPr/>
        </p:nvSpPr>
        <p:spPr>
          <a:xfrm>
            <a:off x="225777" y="899796"/>
            <a:ext cx="9392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Все поставленные в техническом задании задачи были выполнены и, даже больше обозначенного объема.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008FD-432D-011B-189F-F71EF6484C83}"/>
              </a:ext>
            </a:extLst>
          </p:cNvPr>
          <p:cNvSpPr txBox="1"/>
          <p:nvPr/>
        </p:nvSpPr>
        <p:spPr>
          <a:xfrm>
            <a:off x="609600" y="2878667"/>
            <a:ext cx="4854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Возможные доработки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Большее количество уровней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2 и более полос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Дополнительные препятствия для игрока в виде пуль или других объектов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66EC15-FCD4-E8FD-5068-E8453B84B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473" y="3676006"/>
            <a:ext cx="3392310" cy="309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844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124</Words>
  <Application>Microsoft Office PowerPoint</Application>
  <PresentationFormat>Широкоэкранный</PresentationFormat>
  <Paragraphs>13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Randlight_accidents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Шитик</dc:creator>
  <cp:lastModifiedBy>Сергей Шитик</cp:lastModifiedBy>
  <cp:revision>2</cp:revision>
  <dcterms:created xsi:type="dcterms:W3CDTF">2026-02-02T19:19:47Z</dcterms:created>
  <dcterms:modified xsi:type="dcterms:W3CDTF">2026-02-04T20:05:25Z</dcterms:modified>
</cp:coreProperties>
</file>