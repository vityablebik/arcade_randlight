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8663FE-6653-785B-7594-B224456BE4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DB0116E-5DD5-5430-B5CF-14E660169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69FB31-5C89-7AD8-C8C2-C7922F475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1B637-08CD-4F94-8248-F759C5B1B6CA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B1961C-9EBE-FCE1-8E6B-B17BE137B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792E49-BB0C-3709-A0CF-97CE935E8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8D8C-6A99-42E6-A5F8-8113280D4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62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4EFD56-029F-817B-01EA-628A92490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6B1A2F-390E-AD8B-AFAF-5CA9B1C23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8748E2-FED8-7E20-5FA6-E7AD016C8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1B637-08CD-4F94-8248-F759C5B1B6CA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0903AD-2700-2F18-E9ED-25528893A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7FD448-6D5C-86E0-B387-5B186B1CE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8D8C-6A99-42E6-A5F8-8113280D4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9997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6BBDA-E43E-C272-15AA-A1688B1CF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95FFFA-A0D7-12B5-473F-5EE8A0B89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DE5210-0084-8E3E-53E7-61FD783A7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1B637-08CD-4F94-8248-F759C5B1B6CA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A8F168-F02A-DDB1-4895-CF50C3975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271380-9B76-B8EA-F778-429A81713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8D8C-6A99-42E6-A5F8-8113280D4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258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E011E2-2426-AB7B-765F-2144C9759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817AC2-8F40-B3BD-210C-20F6DFE045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6C08D74-E901-4745-D008-D7CCA2261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997B25-021A-6DC2-7D27-EFC5F8660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1B637-08CD-4F94-8248-F759C5B1B6CA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7D68D6-19C7-D848-33BA-4504E3AE3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542138-C2A7-FC06-1F95-1F2337751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8D8C-6A99-42E6-A5F8-8113280D4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9083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B97907-5C4A-C005-7BF9-45D534D01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BDC70D-EE1A-5673-A424-BED80D359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A34611-EB81-D104-434A-1606A9946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ED0BDA7-7E4A-5915-4251-249802C470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A7118EB-A2E1-9A9B-16D4-60A5BE0116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915B9A0-F09E-C2B8-B495-32C54D34E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1B637-08CD-4F94-8248-F759C5B1B6CA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FE49C77-990E-DE61-87BE-F34DFC5C1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A34ED1-9206-CB5D-5CA7-52894FC38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8D8C-6A99-42E6-A5F8-8113280D4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443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DEA3B4-6F13-185A-8477-B02F6473D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50986FA-2A64-AB2B-33CF-5604525B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1B637-08CD-4F94-8248-F759C5B1B6CA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FE736EA-E39C-4D94-1798-26D58B161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1F0539A-9798-1CE0-9FF1-398AE6494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8D8C-6A99-42E6-A5F8-8113280D4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6424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A44C9A5-18C8-CF9E-4877-E3D91AB47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1B637-08CD-4F94-8248-F759C5B1B6CA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36C858B-9646-34CB-106F-11DD1151F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A91F3B9-3186-D203-3F0F-EDE742C83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8D8C-6A99-42E6-A5F8-8113280D4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589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F7EFD8-9D47-EF6F-D079-53D7815F2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AE403C-79A7-0AA4-B370-6B6E74F09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9584B17-002F-1461-D2FF-91A4312F1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8BB3E73-6234-21F4-EE6E-6901C7667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1B637-08CD-4F94-8248-F759C5B1B6CA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8B9EB72-706F-F4D5-F63F-C72B418E3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743B64-2832-8B0C-9867-ED6319044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8D8C-6A99-42E6-A5F8-8113280D4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4147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9B1508-C88F-A15C-08A0-D202FCFF3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6C5987-8527-7C8F-F436-0B686566C9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37BC34-8A1F-E49E-218D-6F78D7F3D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7E36A9-2631-343B-DB74-AA38AD757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1B637-08CD-4F94-8248-F759C5B1B6CA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3320DD-C01A-A501-6EB7-F1CDC8781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8DD5E6-F272-4E3C-989B-302AEF1E7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8D8C-6A99-42E6-A5F8-8113280D4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2614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4E8B41-1FCF-AA4E-5C94-B17CEBA7E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4B1060D-370A-2AC6-B29B-607118F17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AF5F8C-939C-7755-196F-D6FAFFD49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1B637-08CD-4F94-8248-F759C5B1B6CA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39CB15-C6C7-5BC3-5BB3-376161DA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AAD12E-12AA-7896-9864-E56B5A93F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8D8C-6A99-42E6-A5F8-8113280D4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29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18BAC29-03FA-943A-9DF1-EE0F280DA5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A92CD51-8C58-24BA-F490-2B525AFF4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245A76-3987-F7E9-BFAD-678106256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1B637-08CD-4F94-8248-F759C5B1B6CA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CFFB29-EFA2-A7A4-8A9B-0E599C29E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36744A-30F4-C2F8-AFC3-51AFD1C8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8D8C-6A99-42E6-A5F8-8113280D4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127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D652DA-BE9F-284F-F4F4-2711C4074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21F6EE-4277-FBA6-3997-10126756B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45EAA8-1B8C-B7C7-2735-921B399E37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1B637-08CD-4F94-8248-F759C5B1B6CA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527D95-1CB3-3E97-BF2B-635F0FB0EB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470885-922D-E0F4-403C-D6D79E2802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668D8C-6A99-42E6-A5F8-8113280D4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7358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3F32CC-1476-5BF2-8A39-BAA817CFE6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/>
              <a:t>АААВ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AF37A52-77B0-37DC-6373-051ACD40DF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34993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Широкоэкранный</PresentationFormat>
  <Paragraphs>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АААВ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Шитик</dc:creator>
  <cp:lastModifiedBy>Сергей Шитик</cp:lastModifiedBy>
  <cp:revision>1</cp:revision>
  <dcterms:created xsi:type="dcterms:W3CDTF">2026-02-02T19:19:47Z</dcterms:created>
  <dcterms:modified xsi:type="dcterms:W3CDTF">2026-02-02T19:20:12Z</dcterms:modified>
</cp:coreProperties>
</file>